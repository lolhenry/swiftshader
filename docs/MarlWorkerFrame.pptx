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412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1C1B16"/>
                </a:solidFill>
                <a:latin typeface="Microsoft YaHei"/>
                <a:ea typeface="Microsoft YaHei"/>
              </a:rPr>
              <a:t>从应用渲染循环到上屏：Worker 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C584E"/>
                </a:solidFill>
                <a:latin typeface="Microsoft YaHei"/>
                <a:ea typeface="Microsoft YaHei"/>
              </a:rPr>
              <a:t>redroid guest · vulkan.pastel.so · 一帧里 Worker 只出现两次（应用池 + SurfaceFlinger 池）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01168"/>
            <a:ext cx="1417320" cy="256032"/>
          </a:xfrm>
          <a:prstGeom prst="roundRect">
            <a:avLst>
              <a:gd name="adj" fmla="val 30000"/>
            </a:avLst>
          </a:prstGeom>
          <a:solidFill>
            <a:srgbClr val="D6E8F8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000"/>
          <a:lstStyle/>
          <a:p>
            <a:pPr algn="ctr"/>
            <a:r>
              <a:rPr sz="1000" b="1">
                <a:solidFill>
                  <a:srgbClr val="1C1B16"/>
                </a:solidFill>
                <a:latin typeface="Microsoft YaHei"/>
                <a:ea typeface="Microsoft YaHei"/>
              </a:rPr>
              <a:t>蓝：应用 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62288" y="201168"/>
            <a:ext cx="1417320" cy="256032"/>
          </a:xfrm>
          <a:prstGeom prst="roundRect">
            <a:avLst>
              <a:gd name="adj" fmla="val 30000"/>
            </a:avLst>
          </a:prstGeom>
          <a:solidFill>
            <a:srgbClr val="F0E4F6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000"/>
          <a:lstStyle/>
          <a:p>
            <a:pPr algn="ctr"/>
            <a:r>
              <a:rPr sz="1000" b="1">
                <a:solidFill>
                  <a:srgbClr val="1C1B16"/>
                </a:solidFill>
                <a:latin typeface="Microsoft YaHei"/>
                <a:ea typeface="Microsoft YaHei"/>
              </a:rPr>
              <a:t>紫：SF Worker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80192" y="201168"/>
            <a:ext cx="1417320" cy="256032"/>
          </a:xfrm>
          <a:prstGeom prst="roundRect">
            <a:avLst>
              <a:gd name="adj" fmla="val 30000"/>
            </a:avLst>
          </a:prstGeom>
          <a:solidFill>
            <a:srgbClr val="F7F4EE"/>
          </a:solidFill>
          <a:ln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000"/>
          <a:lstStyle/>
          <a:p>
            <a:pPr algn="ctr"/>
            <a:r>
              <a:rPr sz="1000" b="1">
                <a:solidFill>
                  <a:srgbClr val="1C1B16"/>
                </a:solidFill>
                <a:latin typeface="Microsoft YaHei"/>
                <a:ea typeface="Microsoft YaHei"/>
              </a:rPr>
              <a:t>灰：其他线程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2104948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显示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1. Vsync 到了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52420" y="128473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1020" y="914400"/>
            <a:ext cx="2104948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应用 UI 线程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2. 改界面、记 DisplayList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3401" y="128473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2001" y="914400"/>
            <a:ext cx="2104948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RenderThread / HWUI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3. 变成 Vulkan 命令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4382" y="128473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2982" y="914400"/>
            <a:ext cx="2104948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Queue 线程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4. vkQueueSubmit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35363" y="128473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63963" y="914400"/>
            <a:ext cx="2104948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Renderer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5. 准备 / JIT Routine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743285" y="1801368"/>
            <a:ext cx="146304" cy="182880"/>
          </a:xfrm>
          <a:prstGeom prst="down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93392"/>
            <a:ext cx="4114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565C0"/>
                </a:solidFill>
                <a:latin typeface="Microsoft YaHei"/>
                <a:ea typeface="Microsoft YaHei"/>
              </a:rPr>
              <a:t>应用进程 · vulkan.pastel.so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19456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D6E8F8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1565C0"/>
                </a:solidFill>
                <a:latin typeface="Microsoft YaHei"/>
                <a:ea typeface="Microsoft YaHei"/>
              </a:rPr>
              <a:t>应用 Worker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6. batch 入队  marl::schedule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42666" y="256489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1266" y="219456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D6E8F8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1565C0"/>
                </a:solidFill>
                <a:latin typeface="Microsoft YaHei"/>
                <a:ea typeface="Microsoft YaHei"/>
              </a:rPr>
              <a:t>应用 Worker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7. 顶点 → 图元 → 像素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3892" y="256489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2492" y="219456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CPU 内存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8. 颜色在 vk::Image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45118" y="256489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73718" y="219456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5875"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5C584E"/>
                </a:solidFill>
                <a:latin typeface="Microsoft YaHei"/>
                <a:ea typeface="Microsoft YaHei"/>
              </a:rPr>
              <a:t>Android 导出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9. memcpy 到 AHB，queueBuffer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448163" y="3081528"/>
            <a:ext cx="146304" cy="182880"/>
          </a:xfrm>
          <a:prstGeom prst="down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73552"/>
            <a:ext cx="5029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A1B9A"/>
                </a:solidFill>
                <a:latin typeface="Microsoft YaHei"/>
                <a:ea typeface="Microsoft YaHei"/>
              </a:rPr>
              <a:t>SurfaceFlinger · 另一份 ICD，另一套 ThreadCount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347472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F0E4F6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6A1B9A"/>
                </a:solidFill>
                <a:latin typeface="Microsoft YaHei"/>
                <a:ea typeface="Microsoft YaHei"/>
              </a:rPr>
              <a:t>SF 主线程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10. 排图层、Client 合成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042666" y="384505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1266" y="347472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F0E4F6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6A1B9A"/>
                </a:solidFill>
                <a:latin typeface="Microsoft YaHei"/>
                <a:ea typeface="Microsoft YaHei"/>
              </a:rPr>
              <a:t>SF Queue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11. 自己的 vkQueueSubmit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93892" y="384505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22492" y="347472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F0E4F6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6A1B9A"/>
                </a:solidFill>
                <a:latin typeface="Microsoft YaHei"/>
                <a:ea typeface="Microsoft YaHei"/>
              </a:rPr>
              <a:t>SF Worker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12. 采样各层 + 片元写出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945118" y="3845052"/>
            <a:ext cx="201168" cy="128016"/>
          </a:xfrm>
          <a:prstGeom prst="rightArrow">
            <a:avLst/>
          </a:prstGeom>
          <a:solidFill>
            <a:srgbClr val="9A9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73718" y="3474720"/>
            <a:ext cx="2695194" cy="868680"/>
          </a:xfrm>
          <a:prstGeom prst="roundRect">
            <a:avLst>
              <a:gd name="adj" fmla="val 8000"/>
            </a:avLst>
          </a:prstGeom>
          <a:solidFill>
            <a:srgbClr val="E4F0E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30000"/>
          <a:lstStyle/>
          <a:p>
            <a:pPr algn="l"/>
            <a:r>
              <a:rPr sz="900" b="1">
                <a:solidFill>
                  <a:srgbClr val="2E7D32"/>
                </a:solidFill>
                <a:latin typeface="Microsoft YaHei"/>
                <a:ea typeface="Microsoft YaHei"/>
              </a:rPr>
              <a:t>显示 / redroid</a:t>
            </a:r>
          </a:p>
          <a:p>
            <a:pPr algn="l"/>
            <a:r>
              <a:rPr sz="1200" b="1">
                <a:solidFill>
                  <a:srgbClr val="1C1B16"/>
                </a:solidFill>
                <a:latin typeface="Microsoft YaHei"/>
                <a:ea typeface="Microsoft YaHei"/>
              </a:rPr>
              <a:t>13. 上屏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4572000"/>
            <a:ext cx="11548872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8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81728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B16"/>
                </a:solidFill>
                <a:latin typeface="Microsoft YaHei"/>
                <a:ea typeface="Microsoft YaHei"/>
              </a:rPr>
              <a:t>一块 batch 在 Worker 里（步骤 7 / 12）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956048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C1B16"/>
                </a:solidFill>
                <a:latin typeface="Microsoft YaHei"/>
                <a:ea typeface="Microsoft YaHei"/>
              </a:rPr>
              <a:t>DrawCall::run  →  marl::schedule(batch)  →  processVertices（VertexRoutine）  →  processPrimitives（SetupRoutine）  →  processPixels（PixelRoutine + sampler，四像素一组）
没活：spinForWork 空转一会儿，再 wait() 睡觉。挡住了：suspend，切纤程（Fiber），同一条 OS 线程接着干别的。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4243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C584E"/>
                </a:solidFill>
                <a:latin typeface="Microsoft YaHei"/>
                <a:ea typeface="Microsoft YaHei"/>
              </a:rPr>
              <a:t>不是 Worker：UI 线程、RenderThread、Queue&lt;…&gt;、SF 主线程。绑核只限制坐哪几把椅子；条数认 cwd 的 ThreadCount，否则 min(看见的逻辑核, 16)。应用和 SF 各走一遍这条链。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